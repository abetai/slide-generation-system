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Sz cx="9144000" cy="6858000" type="screen4x3"/>
  <p:notesSz cx="10234613" cy="7104063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800" kern="1200">
        <a:solidFill>
          <a:srgbClr val="000000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kern="1200">
        <a:solidFill>
          <a:srgbClr val="000000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kern="1200">
        <a:solidFill>
          <a:srgbClr val="000000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kern="1200">
        <a:solidFill>
          <a:srgbClr val="000000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kern="1200">
        <a:solidFill>
          <a:srgbClr val="000000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800" kern="1200">
        <a:solidFill>
          <a:srgbClr val="000000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800" kern="1200">
        <a:solidFill>
          <a:srgbClr val="000000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800" kern="1200">
        <a:solidFill>
          <a:srgbClr val="000000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800" kern="1200">
        <a:solidFill>
          <a:srgbClr val="000000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7">
          <p15:clr>
            <a:srgbClr val="A4A3A4"/>
          </p15:clr>
        </p15:guide>
        <p15:guide id="2" pos="322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C1FFFF"/>
    <a:srgbClr val="996633"/>
    <a:srgbClr val="3FE14E"/>
    <a:srgbClr val="FF9B9B"/>
    <a:srgbClr val="66FFFF"/>
    <a:srgbClr val="006666"/>
    <a:srgbClr val="E4F3F4"/>
    <a:srgbClr val="DEF1F2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6471" autoAdjust="0"/>
    <p:restoredTop sz="66582" autoAdjust="0"/>
  </p:normalViewPr>
  <p:slideViewPr>
    <p:cSldViewPr>
      <p:cViewPr varScale="1">
        <p:scale>
          <a:sx n="97" d="100"/>
          <a:sy n="97" d="100"/>
        </p:scale>
        <p:origin x="140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664" y="-76"/>
      </p:cViewPr>
      <p:guideLst>
        <p:guide orient="horz" pos="2237"/>
        <p:guide pos="322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4434836" cy="3545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4668" tIns="47334" rIns="94668" bIns="47334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8145" y="2"/>
            <a:ext cx="4434834" cy="3545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4668" tIns="47334" rIns="94668" bIns="47334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7868"/>
            <a:ext cx="4434836" cy="3545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4668" tIns="47334" rIns="94668" bIns="47334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8145" y="6747868"/>
            <a:ext cx="4434834" cy="3545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4668" tIns="47334" rIns="94668" bIns="47334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BB530491-D437-40A4-9BAF-02DA2AF85E58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172125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4434836" cy="3545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4668" tIns="47334" rIns="94668" bIns="47334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8145" y="2"/>
            <a:ext cx="4434834" cy="3545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4668" tIns="47334" rIns="94668" bIns="47334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3275" y="533400"/>
            <a:ext cx="3548063" cy="26622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300" y="3374764"/>
            <a:ext cx="8188018" cy="31958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4668" tIns="47334" rIns="94668" bIns="473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911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7868"/>
            <a:ext cx="4434836" cy="3545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4668" tIns="47334" rIns="94668" bIns="47334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11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8145" y="6747868"/>
            <a:ext cx="4434834" cy="3545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4668" tIns="47334" rIns="94668" bIns="47334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854204EB-3BFC-47F4-8C19-736144F380B4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61400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09" y="6460132"/>
            <a:ext cx="756000" cy="340610"/>
          </a:xfrm>
          <a:prstGeom prst="rect">
            <a:avLst/>
          </a:prstGeom>
        </p:spPr>
      </p:pic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6974904" y="652534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C778D0A-CD75-4FCF-8FBC-9D4BA52F7641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cxnSp>
        <p:nvCxnSpPr>
          <p:cNvPr id="11" name="直線コネクタ 10"/>
          <p:cNvCxnSpPr/>
          <p:nvPr userDrawn="1"/>
        </p:nvCxnSpPr>
        <p:spPr>
          <a:xfrm>
            <a:off x="359532" y="692150"/>
            <a:ext cx="8424468" cy="0"/>
          </a:xfrm>
          <a:prstGeom prst="line">
            <a:avLst/>
          </a:prstGeom>
          <a:ln w="38100">
            <a:solidFill>
              <a:srgbClr val="0078F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 userDrawn="1"/>
        </p:nvCxnSpPr>
        <p:spPr>
          <a:xfrm>
            <a:off x="1053570" y="6626515"/>
            <a:ext cx="7488000" cy="0"/>
          </a:xfrm>
          <a:prstGeom prst="line">
            <a:avLst/>
          </a:prstGeom>
          <a:ln w="38100">
            <a:solidFill>
              <a:srgbClr val="0078F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グループ化 14"/>
          <p:cNvGrpSpPr/>
          <p:nvPr userDrawn="1"/>
        </p:nvGrpSpPr>
        <p:grpSpPr>
          <a:xfrm>
            <a:off x="7302716" y="6631174"/>
            <a:ext cx="1326004" cy="215444"/>
            <a:chOff x="4067944" y="5805264"/>
            <a:chExt cx="1326004" cy="215444"/>
          </a:xfrm>
        </p:grpSpPr>
        <p:sp>
          <p:nvSpPr>
            <p:cNvPr id="16" name="円/楕円 15"/>
            <p:cNvSpPr>
              <a:spLocks noChangeAspect="1"/>
            </p:cNvSpPr>
            <p:nvPr userDrawn="1"/>
          </p:nvSpPr>
          <p:spPr>
            <a:xfrm>
              <a:off x="4139952" y="5857657"/>
              <a:ext cx="108000" cy="108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テキスト ボックス 16"/>
            <p:cNvSpPr txBox="1"/>
            <p:nvPr userDrawn="1"/>
          </p:nvSpPr>
          <p:spPr>
            <a:xfrm>
              <a:off x="4067944" y="5805264"/>
              <a:ext cx="132600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800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kumimoji="1" lang="ja-JP" altLang="en-US" sz="800" baseline="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1" lang="en-US" altLang="ja-JP" sz="800" baseline="0" dirty="0">
                  <a:latin typeface="Arial" panose="020B0604020202020204" pitchFamily="34" charset="0"/>
                  <a:cs typeface="Arial" panose="020B0604020202020204" pitchFamily="34" charset="0"/>
                </a:rPr>
                <a:t>TOA NDI Co.,Ltd.2023</a:t>
              </a:r>
              <a:endParaRPr kumimoji="1" lang="ja-JP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E3B3C6A-1CB5-9792-882E-BC40271949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28" y="188640"/>
            <a:ext cx="8460472" cy="481297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latin typeface="HGSoeiKakugothicUB" panose="020B0909000000000000" pitchFamily="49" charset="-128"/>
                <a:ea typeface="HGSoeiKakugothicUB" panose="020B0909000000000000" pitchFamily="49" charset="-128"/>
              </a:defRPr>
            </a:lvl1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75104C7F-27E2-ADB1-60A8-6EC7CED3EC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4" y="908049"/>
            <a:ext cx="8424468" cy="5288127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</a:lstStyle>
          <a:p>
            <a:pPr lvl="0"/>
            <a:r>
              <a:rPr kumimoji="1" lang="ja-JP" altLang="en-US"/>
              <a:t>ここに内容を記入</a:t>
            </a:r>
          </a:p>
        </p:txBody>
      </p:sp>
    </p:spTree>
    <p:extLst>
      <p:ext uri="{BB962C8B-B14F-4D97-AF65-F5344CB8AC3E}">
        <p14:creationId xmlns:p14="http://schemas.microsoft.com/office/powerpoint/2010/main" val="3151687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436665" y="1340768"/>
            <a:ext cx="8280000" cy="2088232"/>
          </a:xfrm>
          <a:prstGeom prst="rect">
            <a:avLst/>
          </a:prstGeom>
          <a:solidFill>
            <a:srgbClr val="007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/>
          <p:cNvCxnSpPr/>
          <p:nvPr userDrawn="1"/>
        </p:nvCxnSpPr>
        <p:spPr>
          <a:xfrm>
            <a:off x="796665" y="2492896"/>
            <a:ext cx="75600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図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665" y="5000587"/>
            <a:ext cx="5040000" cy="591992"/>
          </a:xfrm>
          <a:prstGeom prst="rect">
            <a:avLst/>
          </a:prstGeom>
        </p:spPr>
      </p:pic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B7E48E66-B2B3-6C34-BD91-E05EED8318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565" y="1488531"/>
            <a:ext cx="7848871" cy="914400"/>
          </a:xfrm>
          <a:prstGeom prst="rect">
            <a:avLst/>
          </a:prstGeom>
        </p:spPr>
        <p:txBody>
          <a:bodyPr/>
          <a:lstStyle>
            <a:lvl1pPr algn="ctr">
              <a:buNone/>
              <a:defRPr sz="4800">
                <a:solidFill>
                  <a:schemeClr val="bg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969848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825" y="2773652"/>
            <a:ext cx="4320000" cy="194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23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標準デザイン">
  <a:themeElements>
    <a:clrScheme name="ビジネス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itchFamily="18" charset="0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itchFamily="18" charset="0"/>
            <a:ea typeface="ＭＳ Ｐゴシック" pitchFamily="50" charset="-128"/>
          </a:defRPr>
        </a:defPPr>
      </a:lstStyle>
    </a:lnDef>
    <a:txDef>
      <a:spPr bwMode="auto">
        <a:solidFill>
          <a:schemeClr val="bg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wrap="none">
        <a:spAutoFit/>
      </a:bodyPr>
      <a:lstStyle>
        <a:defPPr algn="l">
          <a:defRPr dirty="0">
            <a:solidFill>
              <a:schemeClr val="tx1"/>
            </a:solidFill>
            <a:latin typeface="Arial" charset="0"/>
          </a:defRPr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14941</TotalTime>
  <Words>0</Words>
  <Application>Microsoft Macintosh PowerPoint</Application>
  <PresentationFormat>画面に合わせる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5" baseType="lpstr">
      <vt:lpstr>HGPSoeiKakugothicUB</vt:lpstr>
      <vt:lpstr>HGSoeiKakugothicUB</vt:lpstr>
      <vt:lpstr>Arial</vt:lpstr>
      <vt:lpstr>Times New Roman</vt:lpstr>
      <vt:lpstr>標準デザイン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gijutsu331</dc:creator>
  <cp:lastModifiedBy>太一 阿部</cp:lastModifiedBy>
  <cp:revision>739</cp:revision>
  <cp:lastPrinted>2020-04-15T23:54:19Z</cp:lastPrinted>
  <dcterms:created xsi:type="dcterms:W3CDTF">2010-03-08T08:08:02Z</dcterms:created>
  <dcterms:modified xsi:type="dcterms:W3CDTF">2025-11-16T06:29:28Z</dcterms:modified>
</cp:coreProperties>
</file>